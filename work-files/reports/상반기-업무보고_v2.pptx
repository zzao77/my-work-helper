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3172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CADCFC"/>
                </a:solidFill>
                <a:latin typeface="Calibri"/>
              </a:rPr>
              <a:t>2026년 상반기 업무 보고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8892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Georgia"/>
              </a:rPr>
              <a:t>기획팀 상반기 업무 보고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77639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CADCFC"/>
                </a:solidFill>
                <a:latin typeface="Calibri"/>
              </a:rPr>
              <a:t>작성: 기획팀  ·  기간: 2026년 1~6월  ·  상태: 초안 (팀장님 검토 전)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217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B9C2E0"/>
                </a:solidFill>
                <a:latin typeface="Calibri"/>
              </a:rPr>
              <a:t>(교육용 가상 샘플 — 실명·실제 정보 아님)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463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CADCFC"/>
                </a:solidFill>
                <a:latin typeface="Georgia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Georgia"/>
              </a:rPr>
              <a:t>주요 성과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210312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075688"/>
            <a:ext cx="9966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Calibri"/>
              </a:rPr>
              <a:t>상반기 캠페인 3건 기획·운영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395728"/>
            <a:ext cx="9966960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B2B2B"/>
                </a:solidFill>
                <a:latin typeface="Calibri"/>
              </a:rPr>
              <a:t>봄 시즌 2건 + 6월 프로모션 1건 · 봄 캠페인은 반응 괜찮았음 / 6월 건은 준비기간이 짧아 아쉬움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3044952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017520"/>
            <a:ext cx="9966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Calibri"/>
              </a:rPr>
              <a:t>신규 협력사 2곳 계약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337560"/>
            <a:ext cx="9966960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B2B2B"/>
                </a:solidFill>
                <a:latin typeface="Calibri"/>
              </a:rPr>
              <a:t>온누리기획, 대림애드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986784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959352"/>
            <a:ext cx="9966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Calibri"/>
              </a:rPr>
              <a:t>업무 파일 정리 규칙 도입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279392"/>
            <a:ext cx="9966960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B2B2B"/>
                </a:solidFill>
                <a:latin typeface="Calibri"/>
              </a:rPr>
              <a:t>자료 찾는 시간이 줄어든 느낌 (체감상)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6B748E"/>
                </a:solidFill>
                <a:latin typeface="Calibri"/>
              </a:rPr>
              <a:t>(교육용 가상 샘플 — 실명·실제 정보 아님)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28655" y="644652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6B748E"/>
                </a:solidFill>
                <a:latin typeface="Calibri"/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463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CADCFC"/>
                </a:solidFill>
                <a:latin typeface="Georgia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Georgia"/>
              </a:rPr>
              <a:t>수치  ※ 재확인 필요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148840"/>
            <a:ext cx="5120640" cy="3246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0" y="2148840"/>
            <a:ext cx="5669280" cy="3246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423160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6B748E"/>
                </a:solidFill>
                <a:latin typeface="Calibri"/>
              </a:rPr>
              <a:t>예산 집행률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80360"/>
            <a:ext cx="43891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400" b="1" i="0">
                <a:solidFill>
                  <a:srgbClr val="1E2761"/>
                </a:solidFill>
                <a:latin typeface="Georgia"/>
              </a:rPr>
              <a:t>약 8X 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160520"/>
            <a:ext cx="2834640" cy="502920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160520"/>
            <a:ext cx="2834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1E2761"/>
                </a:solidFill>
                <a:latin typeface="Calibri"/>
              </a:rPr>
              <a:t>회계팀 확인 후 업데이트 예정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42316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6B748E"/>
                </a:solidFill>
                <a:latin typeface="Calibri"/>
              </a:rPr>
              <a:t>캠페인 참여·도달 수치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834640"/>
            <a:ext cx="4937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E2761"/>
                </a:solidFill>
                <a:latin typeface="Georgia"/>
              </a:rPr>
              <a:t>표 별도 확인 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3429000"/>
            <a:ext cx="4937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2B2B2B"/>
                </a:solidFill>
                <a:latin typeface="Calibri"/>
              </a:rPr>
              <a:t>매출표 숫자 대조 진행 중 (담당: 김주임)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4754880"/>
            <a:ext cx="5029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6B748E"/>
                </a:solidFill>
                <a:latin typeface="Calibri"/>
              </a:rPr>
              <a:t>※ 본 슬라이드 수치는 초안이며 최종 보고 전 회계팀 확인이 필요합니다.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6B748E"/>
                </a:solidFill>
                <a:latin typeface="Calibri"/>
              </a:rPr>
              <a:t>(교육용 가상 샘플 — 실명·실제 정보 아님)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8655" y="644652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6B748E"/>
                </a:solidFill>
                <a:latin typeface="Calibri"/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463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CADCFC"/>
                </a:solidFill>
                <a:latin typeface="Georgia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Georgia"/>
              </a:rPr>
              <a:t>진행 중 / 이월 과제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210312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075688"/>
            <a:ext cx="9966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Calibri"/>
              </a:rPr>
              <a:t>하반기 캠페인 기획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395728"/>
            <a:ext cx="9966960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B2B2B"/>
                </a:solidFill>
                <a:latin typeface="Calibri"/>
              </a:rPr>
              <a:t>컨셉(가성비 vs 프리미엄) 아직 미정 · 협력사와 협의 중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3044952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017520"/>
            <a:ext cx="9966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Calibri"/>
              </a:rPr>
              <a:t>하반기 예산안 작성 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337560"/>
            <a:ext cx="9966960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B2B2B"/>
                </a:solidFill>
                <a:latin typeface="Calibri"/>
              </a:rPr>
              <a:t>7월 중순 회계팀 전달 예정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986784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959352"/>
            <a:ext cx="9966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Calibri"/>
              </a:rPr>
              <a:t>신규 입사자 온보딩 프로그램 정비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279392"/>
            <a:ext cx="9966960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B2B2B"/>
                </a:solidFill>
                <a:latin typeface="Calibri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6B748E"/>
                </a:solidFill>
                <a:latin typeface="Calibri"/>
              </a:rPr>
              <a:t>(교육용 가상 샘플 — 실명·실제 정보 아님)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28655" y="644652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6B748E"/>
                </a:solidFill>
                <a:latin typeface="Calibri"/>
              </a:rP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463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CADCFC"/>
                </a:solidFill>
                <a:latin typeface="Georgia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Georgia"/>
              </a:rPr>
              <a:t>아쉬웠던 점 / 개선할 것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210312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075688"/>
            <a:ext cx="9966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Calibri"/>
              </a:rPr>
              <a:t>부서 간 일정 공유 지연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395728"/>
            <a:ext cx="9966960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B2B2B"/>
                </a:solidFill>
                <a:latin typeface="Calibri"/>
              </a:rPr>
              <a:t>자료 준비가 촉박했던 사례 몇 번 있었음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3044952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017520"/>
            <a:ext cx="9966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Calibri"/>
              </a:rPr>
              <a:t>회의실 예약 중복 문제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337560"/>
            <a:ext cx="9966960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B2B2B"/>
                </a:solidFill>
                <a:latin typeface="Calibri"/>
              </a:rPr>
              <a:t>팀 공통 불만 사항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986784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959352"/>
            <a:ext cx="9966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Calibri"/>
              </a:rPr>
              <a:t>파일 정리를 미루면 나중에 찾기 어려움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279392"/>
            <a:ext cx="9966960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B2B2B"/>
                </a:solidFill>
                <a:latin typeface="Calibri"/>
              </a:rPr>
              <a:t>→ 파일 규칙 도입 이후 조금 나아짐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6B748E"/>
                </a:solidFill>
                <a:latin typeface="Calibri"/>
              </a:rPr>
              <a:t>(교육용 가상 샘플 — 실명·실제 정보 아님)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28655" y="644652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6B748E"/>
                </a:solidFill>
                <a:latin typeface="Calibri"/>
              </a:rP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463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CADCFC"/>
                </a:solidFill>
                <a:latin typeface="Georgia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Georgia"/>
              </a:rPr>
              <a:t>하반기 계획 (간단히)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210312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075688"/>
            <a:ext cx="9966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Calibri"/>
              </a:rPr>
              <a:t>캠페인 일정표 사전 공유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395728"/>
            <a:ext cx="9966960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B2B2B"/>
                </a:solidFill>
                <a:latin typeface="Calibri"/>
              </a:rPr>
              <a:t>준비기간을 미리 확보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3044952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017520"/>
            <a:ext cx="9966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Calibri"/>
              </a:rPr>
              <a:t>협력사 소통 창구 일원화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337560"/>
            <a:ext cx="9966960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B2B2B"/>
                </a:solidFill>
                <a:latin typeface="Calibri"/>
              </a:rPr>
              <a:t/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986784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959352"/>
            <a:ext cx="9966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Calibri"/>
              </a:rPr>
              <a:t>추가 논의 사항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279392"/>
            <a:ext cx="9966960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B2B2B"/>
                </a:solidFill>
                <a:latin typeface="Calibri"/>
              </a:rPr>
              <a:t>필요 시 회의에서 논의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6B748E"/>
                </a:solidFill>
                <a:latin typeface="Calibri"/>
              </a:rPr>
              <a:t>(교육용 가상 샘플 — 실명·실제 정보 아님)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28655" y="644652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6B748E"/>
                </a:solidFill>
                <a:latin typeface="Calibri"/>
              </a:rP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CADCFC"/>
                </a:solidFill>
                <a:latin typeface="Calibri"/>
              </a:rPr>
              <a:t>TODO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9144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Georgia"/>
              </a:rPr>
              <a:t>다음 보고 전까지 확인할 것</a:t>
            </a:r>
          </a:p>
        </p:txBody>
      </p:sp>
      <p:sp>
        <p:nvSpPr>
          <p:cNvPr id="5" name="Oval 4"/>
          <p:cNvSpPr/>
          <p:nvPr/>
        </p:nvSpPr>
        <p:spPr>
          <a:xfrm>
            <a:off x="868680" y="2798064"/>
            <a:ext cx="128016" cy="12801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69748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수치(2번) 채우기 — 예산 집행률 정확한 값 확인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3300984"/>
            <a:ext cx="128016" cy="12801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320040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팀장님 피드백 반영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3803904"/>
            <a:ext cx="128016" cy="12801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3703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최종본은 워드 문서로 이관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217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B9C2E0"/>
                </a:solidFill>
                <a:latin typeface="Calibri"/>
              </a:rPr>
              <a:t>(교육용 가상 샘플 — 실명·실제 정보 아님)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